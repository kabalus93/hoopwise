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HOOPWISE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60A5FA"/>
                </a:solidFill>
              </a:rPr>
              <a:t>Basketball Coaching, Elevated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4572000" cy="254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A8"/>
                </a:solidFill>
              </a:rPr>
              <a:t>App Overview  ·  Features &amp; How-To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539496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539496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58978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589788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Hoopwise?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0515600" cy="254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A0A8"/>
                </a:solidFill>
              </a:rPr>
              <a:t>An all-in-one iOS coaching platform — manage athletes, plan sessions, track performance, and run leagues.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743200" cy="36576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8"/>
                </a:solidFill>
              </a:rPr>
              <a:t>Command centre
&amp; daily briefing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103120"/>
            <a:ext cx="2743200" cy="365760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401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8"/>
                </a:solidFill>
              </a:rPr>
              <a:t>Programs, calendar
&amp; live sessions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2103120"/>
            <a:ext cx="2743200" cy="3657600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3401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8"/>
                </a:solidFill>
              </a:rPr>
              <a:t>Athlete intelligence
&amp; churn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2103120"/>
            <a:ext cx="2743200" cy="3657600"/>
          </a:xfrm>
          <a:prstGeom prst="roundRect">
            <a:avLst>
              <a:gd name="adj" fmla="val 50000"/>
            </a:avLst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2331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3401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8"/>
                </a:solidFill>
              </a:rPr>
              <a:t>Revenue, league
&amp; organisation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8"/>
                </a:solidFill>
              </a:rPr>
              <a:t>iPhone &amp; iPad  ·  English &amp; Chinese  ·  Supabase Cloud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TAB 1  ·  YOUR COACHING COMMAND CENTRE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0A8"/>
                </a:solidFill>
              </a:rPr>
              <a:t>Instant snapshot of everything that matters today — sessions, players, alerts and live activity.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246120" cy="192024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 Today's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Sessions scheduled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82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Live drill-by-drill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85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Today's reminders with priority flags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286000"/>
            <a:ext cx="3246120" cy="192024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 Attention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Count of urgent items needing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282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Expiring contracts &amp; low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3685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Tap to see full prioritised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286000"/>
            <a:ext cx="3246120" cy="192024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👥  Today's Players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Hero player: name, grade, focus 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282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Avatar stack for quick roster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6850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Tap to open any athlete's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3246120" cy="192024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480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🔴  Live Game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Banner when a game is 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340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Live score &amp; teams at a glance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7424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Tap to open live scoring 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343400"/>
            <a:ext cx="3246120" cy="192024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4480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 Coach Mentions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Notified when a colleague mentions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5340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Session/program context included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57424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Mark read individually or all at once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343400"/>
            <a:ext cx="3246120" cy="192024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4480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💡  Coaching Wisdom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Rotating quotes from basketball legends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340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Bilingual: English &amp; Chinese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57424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Daily inspiration on every open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Dashboard — How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Check Attention Required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The blue card shows everything urgent. Tap 'View All' for expiring contracts, low sessions and overdue reminders sorted by priority.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See who's training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243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The red card highlights your hero player — the athlete who needs the most attention. Tap their avatar to jump to their full profile.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8269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826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Monitor a live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484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When a session is running the live activity card appears. Use Prev / Next to navigate drills without opening the session detail view.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Tap your profile photo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725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Access coach settings, switch dark/light mode, or sign in if you're currently browsing as a guest.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3095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Mark reminders done inline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967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Inline checkboxes in Today's Briefing let you tick off reminders without ever leaving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A5A5"/>
                </a:solidFill>
              </a:rPr>
              <a:t>TAB 2  ·  PROGRAMS, CURRICULUM &amp;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349240" cy="50749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📁  Programs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Two-column layout: day sidebar + program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Browse programs by day of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See student count &amp; next session time per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Tap any program to open detail &amp; curriculum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Create programs with the + 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Archive inactive programs to keep view clean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5349240" cy="50749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📅  Calendar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Swipe left / right on the week strip to navigate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Tap today to expand into the full monthly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Tap any day to see sessions scheduled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Session types: TRN · SCR · GMP · RCV · 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Switch between Wallet (card) and List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80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Add Session button pins a session to any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TRN=Training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4952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SCR=Scrimmage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GMP=Game Prep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RCV=Recovery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AST=Assessment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Sessions — How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Create a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'New Program' → name it, pick a colour, assign a day of the week and enrol your athletes. This is the container for all your sessions.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 Sessions to a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243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Inside a program tap '+ Session' → set type (Training / Scrimmage / …), time, and attach a drill curriculum to guide the session.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82696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826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Run a Session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484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any session → 'Start Session'. Drills appear one by one. Use the Prev / Next controls on the dashboard live card to advance without leaving.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 Calendar to plan ahead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725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Switch to Calendar → swipe to future weeks → tap a date → 'Add Session' to quickly drop sessions exactly where they need to be.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3095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Mark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967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During or after a session tap each student's avatar to mark present or absent. Attendance is saved to their profile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TAB 3  ·  ATHLETE INTELLIGENCE &amp; PERFORMANCE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46120" cy="21031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Search &amp;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41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Search by English or Chinese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Filter: All · Needs Attention · 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Active Contract · No 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246120" cy="21031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Sort &amp;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441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Sort: Risk, Name, Age, Sessions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807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Group: Program, Age, Contract,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Instant re-ordering without reload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828800"/>
            <a:ext cx="3246120" cy="21031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🎓 Performance Grades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441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A — Top performer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807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B — Solid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172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C — Developing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5387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— Ungraded / no data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3246120" cy="21031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Churn Risk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727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Critical / High / Medium /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093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Risk ring on athlete avatar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458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Flags at-risk athletes early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114800"/>
            <a:ext cx="3246120" cy="21031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📇 Full Student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4727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Skills radar &amp; focus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5093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Contract &amp; sessions remaining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5458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Full attendance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114800"/>
            <a:ext cx="3246120" cy="210312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4251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📌 Recently Added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727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'New' badge for last 7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932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Quick-access cards at the 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54589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8"/>
                </a:solidFill>
              </a:rPr>
              <a:t>· Tap to open full profile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Students — How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 a new athlete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+ at the top right → fill in name, date of birth, program → Save. The student appears immediately in the list with a 'New' badge.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Spot at-risk athletes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243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Look for red risk rings around avatars. Tap the 'High Risk' filter to surface only those flagged — then contact them before they churn.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82696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826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 the grade sidebar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484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The left column groups students by school grade. Tap a grade to jump directly to that group without scrolling through the entire list.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Review a student's full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725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any student → see their skills breakdown, contract summary, sessions remaining, attendance history and focus area all in one place.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3095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Sort by Sessions Left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967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Sort by 'Sessions Left' to instantly see whose contracts are almost up — perfect timing for renewal conversations before a student leaves.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TAB 4  ·  REVENUE, LEAGUE &amp;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394960" cy="224028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💰  Revenue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Monthly earnings in your 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97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New contracts signed this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Full month-by-month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Expand each month for contract detail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5394960" cy="224028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🏆  League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95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Create and manage leagues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797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Schedule games &amp; track standings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638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Live scoring during games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47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Team management &amp; rosters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60520"/>
            <a:ext cx="5394960" cy="224028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🏀  Drills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18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Full catalogue of basketball drills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02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Filter by category &amp; difficulty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869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Assign drills directly to 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71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Bilingual descriptions (EN/CN)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160520"/>
            <a:ext cx="5394960" cy="2240280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25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🏢  Organisation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18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View and edit organisation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202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Manage staff coach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5869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Role-based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971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·  Admin view of all coaches'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Hub — How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344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Check your monthly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the Revenue card to see earnings month by month. Expand any month to see each contract, its value and remaining sessions.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58568"/>
            <a:ext cx="502920" cy="502920"/>
          </a:xfrm>
          <a:prstGeom prst="ellipse">
            <a:avLst/>
          </a:prstGeom>
          <a:solidFill>
            <a:srgbClr val="491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Manage your League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243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League → create or select a league → schedule games → use Live Scoring during a match to update the score in real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82696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826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Browse the Drills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484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Drills → filter by category (Dribbling, Shooting, Defence…) → tap a drill for full description, duration and equipment needed.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06824"/>
            <a:ext cx="502920" cy="502920"/>
          </a:xfrm>
          <a:prstGeom prst="ellipse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0682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Manage your organisation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725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Organisation → invite staff coaches by email → assign roles (Coach / Admin) so each person sees only what they need.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3095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Toggle dark / light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967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Tap the sun/moon icon in the Hub header. The app switches theme across all tabs instantly — preference is saved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ACROSS ALL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515600" cy="254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394960" cy="1536192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☁️  Cloud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Supabase backend keeps data backed up. Works offline — syncs when back online. Data isolated per organisation.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691640"/>
            <a:ext cx="5394960" cy="1536192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56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🌏  Bilingual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13432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Full English &amp; Chinese UI. All drills, labels and alerts localised. Switch language in settings at any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55848"/>
            <a:ext cx="5394960" cy="1536192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🔒  Role-Based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Coaches see their own data. Admins see everything. Staff can be granted create/edit permissions per resource.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355848"/>
            <a:ext cx="5394960" cy="1536192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📸  Attendance Photos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97764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Auto photo capture when a session completes. Compressed to ~200 KB and saved directly to the session record.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20056"/>
            <a:ext cx="5394960" cy="1536192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84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🔔  Live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41848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iOS Live Activities show the current drill on the Lock Screen &amp; Dynamic Island while a session is running.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020056"/>
            <a:ext cx="5394960" cy="1536192"/>
          </a:xfrm>
          <a:prstGeom prst="roundRect">
            <a:avLst>
              <a:gd name="adj" fmla="val 50000"/>
            </a:avLst>
          </a:prstGeom>
          <a:solidFill>
            <a:srgbClr val="1A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184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🌙  Dark &amp; Light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641848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8"/>
                </a:solidFill>
              </a:rPr>
              <a:t>Fully themed across every screen. Toggle from the Hub header. Adaptive iOS 26 glass elements throughout.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HOOPWISE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60A5FA"/>
                </a:solidFill>
              </a:rPr>
              <a:t>Basketball Coaching, Elevated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5760720" cy="25400"/>
          </a:xfrm>
          <a:prstGeom prst="rect">
            <a:avLst/>
          </a:prstGeom>
          <a:solidFill>
            <a:srgbClr val="29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0A8"/>
                </a:solidFill>
              </a:rPr>
              <a:t>Dashboard  ·  Sessions  ·  Students  · 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